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D77AA-E2BE-95E7-8C59-9411AF3D8A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B0FDF3-1677-649E-5DB1-29F1E7EA29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E583F-DBD5-AFD5-07C0-6DB0E34E1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62164-ED65-214F-920A-8FC0BC0E7D59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36818E-7F0E-F846-C069-D849240AE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34D85-4F92-5CDE-A7F1-46A01A723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23E74-C57C-A84A-855A-AB782EB06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0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DD502-2BD4-2091-15E6-203C7D383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818E2-9BA7-24BC-8691-A2C23E04FC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EE3B0-ECA7-55BF-0920-C0E883F82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62164-ED65-214F-920A-8FC0BC0E7D59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88EF88-B222-2E79-5D9F-A6B4B30FC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FE7F5B-14E5-2127-13D9-515C901E5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23E74-C57C-A84A-855A-AB782EB06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933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0EF85-B1BB-FD2F-DE37-F40B9C2F6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F3F632-9D15-B45C-FB8A-24105FD986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F5109-E657-1AF6-4A5A-A9EE35225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62164-ED65-214F-920A-8FC0BC0E7D59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592C33-6789-0316-8139-F59AF186A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7388D-B422-B292-F5CB-F25C400AA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23E74-C57C-A84A-855A-AB782EB06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607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D8B7C-6C67-489E-1602-BEE8917B1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1A561-ABA7-B166-D83E-FE9BD9A38F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E25104-D0F3-A37D-6987-D50921FDF0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A669F8-703A-F0BB-76CE-D71366AFC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62164-ED65-214F-920A-8FC0BC0E7D59}" type="datetimeFigureOut">
              <a:rPr lang="en-US" smtClean="0"/>
              <a:t>5/15/26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2D3B-53F7-CB64-69B8-A744B2A9F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693240-A641-9B6B-6939-BEDA3C80A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23E74-C57C-A84A-855A-AB782EB06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779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8D9C3-A63B-5552-4F3F-2731E779C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9A3FAC-C9D4-B905-A65F-875F5E580B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00DCD3-5A4E-0019-1CED-1635647DE4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FA8EF6-3C39-DBAE-5C03-D07A88C5E2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5FD12B-2D61-E7B7-9FC5-841141E35B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5DF851-6F35-8A3D-22A9-9EDE41EC7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62164-ED65-214F-920A-8FC0BC0E7D59}" type="datetimeFigureOut">
              <a:rPr lang="en-US" smtClean="0"/>
              <a:t>5/15/26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841182-73C9-DF39-2921-2BCB6BEB3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333136-9937-D992-864B-66E40EF45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23E74-C57C-A84A-855A-AB782EB06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37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3B21E-4927-C1A3-BA65-31A81F4A8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7DD7F0-7F96-5C98-831A-65EDB6D51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62164-ED65-214F-920A-8FC0BC0E7D59}" type="datetimeFigureOut">
              <a:rPr lang="en-US" smtClean="0"/>
              <a:t>5/15/26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94145D-F483-53F4-39B9-E9CE5B30B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C224A5-2A24-351E-E534-DFC9F8C1C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23E74-C57C-A84A-855A-AB782EB06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100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7B1F93-871A-B7D3-F827-4605D8703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62164-ED65-214F-920A-8FC0BC0E7D59}" type="datetimeFigureOut">
              <a:rPr lang="en-US" smtClean="0"/>
              <a:t>5/15/26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B6EDEB-2154-FE07-0CA9-2EEA5370A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ACB8EA-D820-5A9C-91D2-C2366D4CF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23E74-C57C-A84A-855A-AB782EB06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612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109FF-FA56-FA66-0353-89E4E7608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8947F-6ECE-7910-7D06-3665D1B185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DE1BB1-470F-E93E-F88E-C22A736E92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53E08A-31E3-42BA-A267-A2679EEE3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62164-ED65-214F-920A-8FC0BC0E7D59}" type="datetimeFigureOut">
              <a:rPr lang="en-US" smtClean="0"/>
              <a:t>5/15/26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26EB7A-EDE0-9714-E454-988FC5DE8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5A427D-04A1-D0BF-0256-60629C153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23E74-C57C-A84A-855A-AB782EB06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834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A6F23-1C44-3419-B674-1A7F6CEB8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53A602-4F0A-42EF-657B-EC45E525F6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EB4343-EF1E-8F64-F7E1-EC8B99F7F3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7E7CB-6EE6-0F75-B5C2-893FA475D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62164-ED65-214F-920A-8FC0BC0E7D59}" type="datetimeFigureOut">
              <a:rPr lang="en-US" smtClean="0"/>
              <a:t>5/15/26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E3FA24-1CE0-F9E4-7149-F5898D3F9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92D9F-611D-132A-7CD1-35BB959BC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23E74-C57C-A84A-855A-AB782EB06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499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03B65-944B-4035-D354-92318FFBF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CC86DF-5917-D9A5-ADFB-5A778F5FE0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D89145-0AA3-AD9D-02CE-017545A90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62164-ED65-214F-920A-8FC0BC0E7D59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03594E-B80C-E316-EA09-EA6AA682F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241147-DAA2-AB3F-C201-D1D671FF8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23E74-C57C-A84A-855A-AB782EB06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328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506B86-827E-50AB-0CF7-7F8300720B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66D45E-46A6-2726-0602-199D169A2C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D1995-DCD0-80D5-E62A-EF3FAE447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62164-ED65-214F-920A-8FC0BC0E7D59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90CB08-3A99-702E-C70C-FB6497C49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7E46F6-0531-E218-A52F-1B7E07C59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23E74-C57C-A84A-855A-AB782EB06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304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B1B7E6-8A27-5D36-9F19-0B0867657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804FFA-37AE-DEF4-D211-10B9E22C5E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D6A3B2-A8B4-0914-0E20-86C97E3723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E62164-ED65-214F-920A-8FC0BC0E7D59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7BCC6E-1DEF-4C6E-D3B9-83EA590A59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6BA8B-60C8-1AB2-001A-B7519281B0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B23E74-C57C-A84A-855A-AB782EB06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795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ZX_z6wzEOG0" TargetMode="External"/><Relationship Id="rId2" Type="http://schemas.openxmlformats.org/officeDocument/2006/relationships/hyperlink" Target="https://www.youtube.com/watch?v=HBkG5DpLYo0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D5551-2F4D-8632-F01D-FD778D2876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Reflection in C++</a:t>
            </a:r>
          </a:p>
        </p:txBody>
      </p:sp>
    </p:spTree>
    <p:extLst>
      <p:ext uri="{BB962C8B-B14F-4D97-AF65-F5344CB8AC3E}">
        <p14:creationId xmlns:p14="http://schemas.microsoft.com/office/powerpoint/2010/main" val="1331064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FC974-A236-F7E7-0A86-A433166FE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5D95B-B198-EED1-A940-1B8FF2542C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https://www.youtube.com/watch?v=HBkG5DpLYo0</a:t>
            </a:r>
            <a:endParaRPr lang="en-US" dirty="0"/>
          </a:p>
          <a:p>
            <a:r>
              <a:rPr lang="en-US" dirty="0">
                <a:hlinkClick r:id="rId3"/>
              </a:rPr>
              <a:t>https://www.youtube.com/watch?v=ZX_z6wzEOG0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6574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B402D-E927-E7A7-E088-D040D2197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C++26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887B1-4F4B-FF7C-C735-DCE3AF2B8F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36349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“The ability of a software to expose its internal structure”</a:t>
            </a:r>
          </a:p>
          <a:p>
            <a:endParaRPr lang="en-US" dirty="0"/>
          </a:p>
          <a:p>
            <a:r>
              <a:rPr lang="en-US" dirty="0"/>
              <a:t>Proposal one of the largest proposal for 26 and maybe ever (P2996)</a:t>
            </a:r>
          </a:p>
          <a:p>
            <a:r>
              <a:rPr lang="en-US" dirty="0"/>
              <a:t>Static reflection: </a:t>
            </a:r>
            <a:r>
              <a:rPr lang="en-US" b="1" dirty="0"/>
              <a:t>compiler </a:t>
            </a:r>
            <a:r>
              <a:rPr lang="en-US" dirty="0"/>
              <a:t>expose  structure at compile time</a:t>
            </a:r>
          </a:p>
          <a:p>
            <a:r>
              <a:rPr lang="en-US" dirty="0"/>
              <a:t>Meta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 Double caret (^^)</a:t>
            </a:r>
          </a:p>
          <a:p>
            <a:r>
              <a:rPr lang="en-US" dirty="0"/>
              <a:t>Splice </a:t>
            </a:r>
            <a:r>
              <a:rPr lang="en-US" dirty="0">
                <a:sym typeface="Wingdings" pitchFamily="2" charset="2"/>
              </a:rPr>
              <a:t>[:meta:]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625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9E252-1F8A-452A-9DCD-E18A55524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Rosetta in C++26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FDD3D-A887-BFFC-FC12-FDCDAF2AE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6000 lines of code </a:t>
            </a:r>
            <a:r>
              <a:rPr lang="en-US" dirty="0">
                <a:sym typeface="Wingdings" pitchFamily="2" charset="2"/>
              </a:rPr>
              <a:t> 330 lines</a:t>
            </a:r>
          </a:p>
          <a:p>
            <a:r>
              <a:rPr lang="en-US" dirty="0">
                <a:sym typeface="Wingdings" pitchFamily="2" charset="2"/>
              </a:rPr>
              <a:t>Description  No desc</a:t>
            </a:r>
          </a:p>
          <a:p>
            <a:pPr marL="0" indent="0">
              <a:buNone/>
            </a:pPr>
            <a:endParaRPr lang="en-US" dirty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54EA4E-0274-BD1D-E25C-DDD0704CD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05" y="2851150"/>
            <a:ext cx="5334000" cy="1155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CEEB63-D286-07B5-5305-C1A00D5EFA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205" y="3200400"/>
            <a:ext cx="4546600" cy="457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5E2D8DE-F5B2-52DC-DFDB-B5EB604E0DC3}"/>
              </a:ext>
            </a:extLst>
          </p:cNvPr>
          <p:cNvSpPr txBox="1"/>
          <p:nvPr/>
        </p:nvSpPr>
        <p:spPr>
          <a:xfrm>
            <a:off x="6462843" y="3167390"/>
            <a:ext cx="5357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ym typeface="Wingdings" pitchFamily="2" charset="2"/>
              </a:rPr>
              <a:t>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8569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2526</TotalTime>
  <Words>97</Words>
  <Application>Microsoft Macintosh PowerPoint</Application>
  <PresentationFormat>Widescreen</PresentationFormat>
  <Paragraphs>14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Wingdings</vt:lpstr>
      <vt:lpstr>Office Theme</vt:lpstr>
      <vt:lpstr>Reflection in C++</vt:lpstr>
      <vt:lpstr>PowerPoint Presentation</vt:lpstr>
      <vt:lpstr>C++26</vt:lpstr>
      <vt:lpstr>Rosetta in C++26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Frantz Maerten</dc:creator>
  <cp:lastModifiedBy>Frantz Maerten</cp:lastModifiedBy>
  <cp:revision>4</cp:revision>
  <dcterms:created xsi:type="dcterms:W3CDTF">2026-05-13T13:47:46Z</dcterms:created>
  <dcterms:modified xsi:type="dcterms:W3CDTF">2026-05-15T07:56:29Z</dcterms:modified>
</cp:coreProperties>
</file>